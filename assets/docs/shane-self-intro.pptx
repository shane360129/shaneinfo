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自我介紹：黃士銘 Shane。職涯經歷：餐飲業、服務業、加拿大打工度假，2023 非本科系轉職。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學歷：高師大軟體工程與管理學系資訊科技所、屏科大餐旅管理學士。喜好：出國旅遊、滑雪。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2412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HI，你好，我是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335024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黃士銘 </a:t>
            </a:r>
            <a:pPr indent="0" marL="0">
              <a:buNone/>
            </a:pPr>
            <a:r>
              <a:rPr lang="en-US" sz="4000" b="1" dirty="0">
                <a:solidFill>
                  <a:srgbClr val="2E78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Shane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27249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職涯經歷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04672" y="3291840"/>
            <a:ext cx="365760" cy="365760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3383280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3255264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餐飲業・服務業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325880" y="3566160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做過旅店櫃檯、烈酒銷售、中餐廚師與內場主管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04672" y="4133088"/>
            <a:ext cx="365760" cy="365760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4224528"/>
            <a:ext cx="182880" cy="182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25880" y="4096512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加拿大打工度假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325880" y="4407408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在班夫國家公園的度假飯店工作、生活一整年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04672" y="4974336"/>
            <a:ext cx="365760" cy="365760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06577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25880" y="493776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非本科系轉職（2023）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325880" y="52486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透過政府轉職養成班，從餐旅業跨進軟體開發</a:t>
            </a:r>
            <a:endParaRPr lang="en-US" sz="11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3336" y="548640"/>
            <a:ext cx="3236976" cy="576072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8403336" y="548640"/>
            <a:ext cx="3236976" cy="5760720"/>
          </a:xfrm>
          <a:prstGeom prst="roundRect">
            <a:avLst>
              <a:gd name="adj" fmla="val 4237"/>
            </a:avLst>
          </a:prstGeom>
          <a:solidFill>
            <a:srgbClr val="FFFFFF">
              <a:alpha val="0"/>
            </a:srgbClr>
          </a:solidFill>
          <a:ln w="12700">
            <a:solidFill>
              <a:srgbClr val="DFE7E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學歷與喜好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152144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從餐旅到軟體的學習路線，以及工作之外的我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1929384"/>
            <a:ext cx="210312" cy="2103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16736" y="181965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學歷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777240" y="2487168"/>
            <a:ext cx="539496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12700">
            <a:solidFill>
              <a:srgbClr val="DFE7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24128" y="2642616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78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2024 ─ 2026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國立高雄師範大學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軟體工程與管理學系資訊科技所（夜間在職進修）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7240" y="4114800"/>
            <a:ext cx="539496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12700">
            <a:solidFill>
              <a:srgbClr val="DFE7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4270248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78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2012 ─ 2016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國立屏東科技大學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餐旅管理系 學士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629400" y="1828800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700" y="1933956"/>
            <a:ext cx="201168" cy="2011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68896" y="181965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喜好與興趣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6629400" y="2743200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984" y="2843784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68896" y="2724912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出國旅遊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7168896" y="3054096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最喜歡到處旅行、體驗不同文化，曾在加拿大生活與工作一整年。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629400" y="4370832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4" y="4471416"/>
            <a:ext cx="201168" cy="20116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68896" y="4352544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滑雪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7168896" y="4681728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在加拿大愛上滑雪，每到雪季就想上山報到。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2026-08-13T13:40:32Z</dcterms:created>
  <dcterms:modified xsi:type="dcterms:W3CDTF">2026-08-13T13:40:32Z</dcterms:modified>
</cp:coreProperties>
</file>