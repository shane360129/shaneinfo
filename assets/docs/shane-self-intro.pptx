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自我介紹：黃士銘 Shane。職涯經歷：餐飲業、服務業、加拿大打工度假，2023 非本科系轉職。IG: @mtdksya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學歷：高師大軟體工程與管理學系資訊科技所（在學）、屏科大餐旅管理學士。喜好：出國旅遊、滑雪、下廚料理。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241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HI，你好，我是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33502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黃士銘 </a:t>
            </a:r>
            <a:pPr indent="0" marL="0">
              <a:buNone/>
            </a:pPr>
            <a:r>
              <a:rPr lang="en-US" sz="4000" b="1" dirty="0">
                <a:solidFill>
                  <a:srgbClr val="2E78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7249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職涯經歷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" y="3291840"/>
            <a:ext cx="365760" cy="3657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38328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25526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餐飲業・服務業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35661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做過旅店櫃檯、烈酒銷售、中餐廚師與內場主管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4133088"/>
            <a:ext cx="365760" cy="3657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22452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09651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加拿大打工度假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25880" y="440740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在班夫國家公園的度假飯店工作、生活一整年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" y="4974336"/>
            <a:ext cx="365760" cy="3657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06577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93776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非本科系轉職（2023）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25880" y="52486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透過政府轉職養成班，從餐旅業跨進軟體開發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96188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3856" y="59253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@mtdksya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548640"/>
            <a:ext cx="3236976" cy="57607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403336" y="548640"/>
            <a:ext cx="3236976" cy="5760720"/>
          </a:xfrm>
          <a:prstGeom prst="roundRect">
            <a:avLst>
              <a:gd name="adj" fmla="val 423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FE7E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學歷與喜好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1521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從餐旅到軟體的學習路線，以及工作之外的我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402336" cy="402336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929384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81965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學歷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77240" y="2487168"/>
            <a:ext cx="539496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FE7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2642616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8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─ 2026・在學中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國立高雄師範大學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軟體工程與管理學系資訊科技所（夜間在職進修）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4114800"/>
            <a:ext cx="539496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FE7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4270248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8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2012 ─ 2016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國立屏東科技大學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餐旅管理系 學士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29400" y="1828800"/>
            <a:ext cx="402336" cy="402336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193395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68896" y="181965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喜好與興趣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6629400" y="2542032"/>
            <a:ext cx="402336" cy="402336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64261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68896" y="252374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出國旅遊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168896" y="285292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最喜歡到處旅行、體驗不同文化，曾在加拿大生活與工作一整年。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629400" y="3749040"/>
            <a:ext cx="402336" cy="402336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3849624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68896" y="37307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168896" y="405993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在加拿大愛上滑雪，每到雪季就想上山報到。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629400" y="4956048"/>
            <a:ext cx="402336" cy="402336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5056632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68896" y="49377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下廚料理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168896" y="526694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當過中餐廚師與內場主管，把出餐的節奏感也帶進寫程式。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2026-08-13T13:40:32Z</dcterms:created>
  <dcterms:modified xsi:type="dcterms:W3CDTF">2026-08-13T13:40:32Z</dcterms:modified>
</cp:coreProperties>
</file>