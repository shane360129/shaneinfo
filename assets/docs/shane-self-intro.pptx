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自我介紹：黃士銘 Shane，軟體工程師。職涯經歷：餐飲業、服務業、加拿大打工度假，2023 非本科系轉職。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學歷：高師大軟體工程與管理學系資訊科技所（在學）、屏科大餐旅管理學士。喜好：出國旅遊、調酒品酒、下廚料理。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5836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HI，你好，我是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黃士銘 </a:t>
            </a:r>
            <a:pPr indent="0" marL="0">
              <a:buNone/>
            </a:pPr>
            <a:r>
              <a:rPr lang="en-US" sz="40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1792224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軟體工程師 ・ AI 應用工程師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4871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職涯經歷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04672" y="2999232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3090672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296265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餐飲業・服務業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25880" y="32735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做過旅店櫃檯、烈酒銷售、中餐廚師與內場主管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4672" y="3803904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89534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376732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加拿大打工度假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325880" y="40782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在班夫國家公園的度假飯店工作、生活一整年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" y="4608576"/>
            <a:ext cx="365760" cy="365760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700016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2588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非本科系轉職（2023）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325880" y="48828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現任財團法人農漁會南區資訊中心 助理工程師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77240" y="5742432"/>
            <a:ext cx="6583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D4D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5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C#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600200" y="5742432"/>
            <a:ext cx="98755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D4D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5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ASP.NET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752344" y="5742432"/>
            <a:ext cx="117043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D4D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5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087368" y="5742432"/>
            <a:ext cx="111556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D4D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5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367528" y="5742432"/>
            <a:ext cx="10789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D4D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55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微調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138160" y="1691640"/>
            <a:ext cx="3200400" cy="3200400"/>
          </a:xfrm>
          <a:prstGeom prst="ellipse">
            <a:avLst/>
          </a:prstGeom>
          <a:solidFill>
            <a:srgbClr val="F4F8F9"/>
          </a:solidFill>
          <a:ln w="22225">
            <a:solidFill>
              <a:srgbClr val="C6D4DA"/>
            </a:solidFill>
            <a:prstDash val="dash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2487168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138160" y="312724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個人照片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8138160" y="35478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（此處預留照片位置）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學歷與喜好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152144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從餐旅到軟體的學習路線，以及工作之外的我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929384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81965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學歷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77240" y="2487168"/>
            <a:ext cx="53949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FE7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24128" y="2642616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2024 ─ 2026・在學中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國立高雄師範大學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軟體工程與管理學系資訊科技所（夜間在職進修）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4114800"/>
            <a:ext cx="53949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12700">
            <a:solidFill>
              <a:srgbClr val="DFE7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4270248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78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2012 ─ 2016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國立屏東科技大學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餐旅管理系 學士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29400" y="182880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0" y="193395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68896" y="1819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喜好與興趣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6629400" y="2542032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984" y="2642616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68896" y="2523744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出國旅遊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7168896" y="2852928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最喜歡到處旅行、體驗不同文化，曾在加拿大生活與工作一整年。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629400" y="3749040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3849624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68896" y="373075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調酒與品酒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168896" y="4059936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持有丙級調酒技術士證照，喜歡研究各種烈酒的產地與故事。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629400" y="4956048"/>
            <a:ext cx="402336" cy="402336"/>
          </a:xfrm>
          <a:prstGeom prst="ellipse">
            <a:avLst/>
          </a:prstGeom>
          <a:solidFill>
            <a:srgbClr val="0F4C5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5056632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68896" y="493776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D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下廚料理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7168896" y="5266944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A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當過中餐廚師與內場主管，把出餐的節奏感也帶進寫程式。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2026-08-13T13:06:34Z</dcterms:created>
  <dcterms:modified xsi:type="dcterms:W3CDTF">2026-08-13T13:06:34Z</dcterms:modified>
</cp:coreProperties>
</file>