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自我介紹：黃士銘 Shane。職涯經歷：餐飲業、服務業、加拿大打工度假，2023 非本科系轉職。IG: @mtdksya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學歷：高師大軟體工程與管理學系資訊科技所（在學）、屏科大餐旅管理學士。喜好：出國旅遊、滑雪、下廚料理。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image" Target="../media/image-1-5.jpe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749808"/>
            <a:ext cx="5943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A7A8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HI，你好，我是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777240" y="1060704"/>
            <a:ext cx="6766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F2D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黃士銘 </a:t>
            </a:r>
            <a:pPr indent="0" marL="0">
              <a:buNone/>
            </a:pPr>
            <a:r>
              <a:rPr lang="en-US" sz="4000" b="1" dirty="0">
                <a:solidFill>
                  <a:srgbClr val="2E789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Shane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777240" y="1883664"/>
            <a:ext cx="6583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6A7A8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軟體工程師 ・ AI 應用工程師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777240" y="2633472"/>
            <a:ext cx="2743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4C5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職涯經歷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804672" y="3200400"/>
            <a:ext cx="365760" cy="365760"/>
          </a:xfrm>
          <a:prstGeom prst="ellipse">
            <a:avLst/>
          </a:prstGeom>
          <a:solidFill>
            <a:srgbClr val="0F4C5C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6112" y="3291840"/>
            <a:ext cx="182880" cy="18288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325880" y="3163824"/>
            <a:ext cx="6309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F2D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餐飲業・服務業</a:t>
            </a:r>
            <a:endParaRPr lang="en-US" sz="1350" dirty="0"/>
          </a:p>
        </p:txBody>
      </p:sp>
      <p:sp>
        <p:nvSpPr>
          <p:cNvPr id="9" name="Text 6"/>
          <p:cNvSpPr/>
          <p:nvPr/>
        </p:nvSpPr>
        <p:spPr>
          <a:xfrm>
            <a:off x="1325880" y="3474720"/>
            <a:ext cx="6309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6A7A8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做過旅店櫃檯、烈酒銷售、中餐廚師與內場主管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804672" y="4041648"/>
            <a:ext cx="365760" cy="365760"/>
          </a:xfrm>
          <a:prstGeom prst="ellipse">
            <a:avLst/>
          </a:prstGeom>
          <a:solidFill>
            <a:srgbClr val="0F4C5C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6112" y="4133088"/>
            <a:ext cx="182880" cy="182880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325880" y="4005072"/>
            <a:ext cx="6309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F2D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加拿大打工度假</a:t>
            </a:r>
            <a:endParaRPr lang="en-US" sz="1350" dirty="0"/>
          </a:p>
        </p:txBody>
      </p:sp>
      <p:sp>
        <p:nvSpPr>
          <p:cNvPr id="13" name="Text 9"/>
          <p:cNvSpPr/>
          <p:nvPr/>
        </p:nvSpPr>
        <p:spPr>
          <a:xfrm>
            <a:off x="1325880" y="4315968"/>
            <a:ext cx="6309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6A7A8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在班夫國家公園的度假飯店工作、生活一整年</a:t>
            </a:r>
            <a:endParaRPr lang="en-US" sz="1150" dirty="0"/>
          </a:p>
        </p:txBody>
      </p:sp>
      <p:sp>
        <p:nvSpPr>
          <p:cNvPr id="14" name="Shape 10"/>
          <p:cNvSpPr/>
          <p:nvPr/>
        </p:nvSpPr>
        <p:spPr>
          <a:xfrm>
            <a:off x="804672" y="4882896"/>
            <a:ext cx="365760" cy="365760"/>
          </a:xfrm>
          <a:prstGeom prst="ellipse">
            <a:avLst/>
          </a:prstGeom>
          <a:solidFill>
            <a:srgbClr val="0F4C5C"/>
          </a:solidFill>
          <a:ln/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6112" y="4974336"/>
            <a:ext cx="182880" cy="182880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1325880" y="4846320"/>
            <a:ext cx="6309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F2D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非本科系轉職（2023）</a:t>
            </a:r>
            <a:endParaRPr lang="en-US" sz="1350" dirty="0"/>
          </a:p>
        </p:txBody>
      </p:sp>
      <p:sp>
        <p:nvSpPr>
          <p:cNvPr id="17" name="Text 12"/>
          <p:cNvSpPr/>
          <p:nvPr/>
        </p:nvSpPr>
        <p:spPr>
          <a:xfrm>
            <a:off x="1325880" y="5157216"/>
            <a:ext cx="6309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6A7A8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從餐旅業跨進軟體開發，目前擔任助理工程師</a:t>
            </a:r>
            <a:endParaRPr lang="en-US" sz="1150" dirty="0"/>
          </a:p>
        </p:txBody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4672" y="5961888"/>
            <a:ext cx="237744" cy="237744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1133856" y="5925312"/>
            <a:ext cx="2286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A7A8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@mtdksya</a:t>
            </a:r>
            <a:endParaRPr lang="en-US" sz="1200" dirty="0"/>
          </a:p>
        </p:txBody>
      </p:sp>
      <p:pic>
        <p:nvPicPr>
          <p:cNvPr id="20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403336" y="548640"/>
            <a:ext cx="3236976" cy="5760720"/>
          </a:xfrm>
          <a:prstGeom prst="rect">
            <a:avLst/>
          </a:prstGeom>
        </p:spPr>
      </p:pic>
      <p:sp>
        <p:nvSpPr>
          <p:cNvPr id="21" name="Shape 14"/>
          <p:cNvSpPr/>
          <p:nvPr/>
        </p:nvSpPr>
        <p:spPr>
          <a:xfrm>
            <a:off x="8403336" y="548640"/>
            <a:ext cx="3236976" cy="576072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DFE7EA"/>
            </a:solidFill>
            <a:prstDash val="solid"/>
          </a:ln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502920"/>
            <a:ext cx="73152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F2D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學歷與喜好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777240" y="1152144"/>
            <a:ext cx="8229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A7A8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從餐旅到軟體的學習路線，以及工作之外的我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777240" y="1828800"/>
            <a:ext cx="402336" cy="402336"/>
          </a:xfrm>
          <a:prstGeom prst="ellipse">
            <a:avLst/>
          </a:prstGeom>
          <a:solidFill>
            <a:srgbClr val="0F4C5C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3252" y="1929384"/>
            <a:ext cx="210312" cy="210312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316736" y="1819656"/>
            <a:ext cx="2743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F2D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學歷</a:t>
            </a:r>
            <a:endParaRPr lang="en-US" sz="1900" dirty="0"/>
          </a:p>
        </p:txBody>
      </p:sp>
      <p:sp>
        <p:nvSpPr>
          <p:cNvPr id="7" name="Shape 4"/>
          <p:cNvSpPr/>
          <p:nvPr/>
        </p:nvSpPr>
        <p:spPr>
          <a:xfrm>
            <a:off x="777240" y="2487168"/>
            <a:ext cx="5394960" cy="1389888"/>
          </a:xfrm>
          <a:prstGeom prst="roundRect">
            <a:avLst>
              <a:gd name="adj" fmla="val 6579"/>
            </a:avLst>
          </a:prstGeom>
          <a:solidFill>
            <a:srgbClr val="FFFFFF"/>
          </a:solidFill>
          <a:ln w="12700">
            <a:solidFill>
              <a:srgbClr val="DFE7EA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1024128" y="2642616"/>
            <a:ext cx="490118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spcAft>
                <a:spcPts val="400"/>
              </a:spcAft>
              <a:buNone/>
            </a:pPr>
            <a:r>
              <a:rPr lang="en-US" sz="1100" b="1" dirty="0">
                <a:solidFill>
                  <a:srgbClr val="2E789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2024 ─ 2026・在學中</a:t>
            </a:r>
            <a:endParaRPr lang="en-US" sz="1100" dirty="0"/>
          </a:p>
          <a:p>
            <a:pPr indent="0" marL="0">
              <a:lnSpc>
                <a:spcPct val="112000"/>
              </a:lnSpc>
              <a:spcAft>
                <a:spcPts val="400"/>
              </a:spcAft>
              <a:buNone/>
            </a:pPr>
            <a:r>
              <a:rPr lang="en-US" sz="1500" b="1" dirty="0">
                <a:solidFill>
                  <a:srgbClr val="1F2D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國立高雄師範大學</a:t>
            </a:r>
            <a:endParaRPr lang="en-US" sz="11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6A7A8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軟體工程與管理學系資訊科技所（夜間在職進修）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777240" y="4114800"/>
            <a:ext cx="5394960" cy="1389888"/>
          </a:xfrm>
          <a:prstGeom prst="roundRect">
            <a:avLst>
              <a:gd name="adj" fmla="val 6579"/>
            </a:avLst>
          </a:prstGeom>
          <a:solidFill>
            <a:srgbClr val="FFFFFF"/>
          </a:solidFill>
          <a:ln w="12700">
            <a:solidFill>
              <a:srgbClr val="DFE7EA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1024128" y="4270248"/>
            <a:ext cx="490118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spcAft>
                <a:spcPts val="400"/>
              </a:spcAft>
              <a:buNone/>
            </a:pPr>
            <a:r>
              <a:rPr lang="en-US" sz="1100" b="1" dirty="0">
                <a:solidFill>
                  <a:srgbClr val="2E789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2012 ─ 2016</a:t>
            </a:r>
            <a:endParaRPr lang="en-US" sz="1100" dirty="0"/>
          </a:p>
          <a:p>
            <a:pPr indent="0" marL="0">
              <a:lnSpc>
                <a:spcPct val="112000"/>
              </a:lnSpc>
              <a:spcAft>
                <a:spcPts val="400"/>
              </a:spcAft>
              <a:buNone/>
            </a:pPr>
            <a:r>
              <a:rPr lang="en-US" sz="1500" b="1" dirty="0">
                <a:solidFill>
                  <a:srgbClr val="1F2D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國立屏東科技大學</a:t>
            </a:r>
            <a:endParaRPr lang="en-US" sz="11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6A7A8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餐旅管理系 學士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6629400" y="1828800"/>
            <a:ext cx="402336" cy="402336"/>
          </a:xfrm>
          <a:prstGeom prst="ellipse">
            <a:avLst/>
          </a:prstGeom>
          <a:solidFill>
            <a:srgbClr val="0F4C5C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43700" y="1933956"/>
            <a:ext cx="201168" cy="201168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7168896" y="1819656"/>
            <a:ext cx="32004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F2D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喜好與興趣</a:t>
            </a:r>
            <a:endParaRPr lang="en-US" sz="1900" dirty="0"/>
          </a:p>
        </p:txBody>
      </p:sp>
      <p:sp>
        <p:nvSpPr>
          <p:cNvPr id="14" name="Shape 10"/>
          <p:cNvSpPr/>
          <p:nvPr/>
        </p:nvSpPr>
        <p:spPr>
          <a:xfrm>
            <a:off x="6629400" y="2542032"/>
            <a:ext cx="402336" cy="402336"/>
          </a:xfrm>
          <a:prstGeom prst="ellipse">
            <a:avLst/>
          </a:prstGeom>
          <a:solidFill>
            <a:srgbClr val="0F4C5C"/>
          </a:solidFill>
          <a:ln/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29984" y="2642616"/>
            <a:ext cx="201168" cy="201168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7168896" y="2523744"/>
            <a:ext cx="4343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2D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出國旅遊</a:t>
            </a:r>
            <a:endParaRPr lang="en-US" sz="1400" dirty="0"/>
          </a:p>
        </p:txBody>
      </p:sp>
      <p:sp>
        <p:nvSpPr>
          <p:cNvPr id="17" name="Text 12"/>
          <p:cNvSpPr/>
          <p:nvPr/>
        </p:nvSpPr>
        <p:spPr>
          <a:xfrm>
            <a:off x="7168896" y="2852928"/>
            <a:ext cx="4343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6A7A8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最喜歡到處旅行、體驗不同文化，曾在加拿大生活與工作一整年。</a:t>
            </a:r>
            <a:endParaRPr lang="en-US" sz="1150" dirty="0"/>
          </a:p>
        </p:txBody>
      </p:sp>
      <p:sp>
        <p:nvSpPr>
          <p:cNvPr id="18" name="Shape 13"/>
          <p:cNvSpPr/>
          <p:nvPr/>
        </p:nvSpPr>
        <p:spPr>
          <a:xfrm>
            <a:off x="6629400" y="3749040"/>
            <a:ext cx="402336" cy="402336"/>
          </a:xfrm>
          <a:prstGeom prst="ellipse">
            <a:avLst/>
          </a:prstGeom>
          <a:solidFill>
            <a:srgbClr val="0F4C5C"/>
          </a:solidFill>
          <a:ln/>
        </p:spPr>
      </p:sp>
      <p:pic>
        <p:nvPicPr>
          <p:cNvPr id="1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29984" y="3849624"/>
            <a:ext cx="201168" cy="201168"/>
          </a:xfrm>
          <a:prstGeom prst="rect">
            <a:avLst/>
          </a:prstGeom>
        </p:spPr>
      </p:pic>
      <p:sp>
        <p:nvSpPr>
          <p:cNvPr id="20" name="Text 14"/>
          <p:cNvSpPr/>
          <p:nvPr/>
        </p:nvSpPr>
        <p:spPr>
          <a:xfrm>
            <a:off x="7168896" y="3730752"/>
            <a:ext cx="4343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2D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滑雪</a:t>
            </a:r>
            <a:endParaRPr lang="en-US" sz="1400" dirty="0"/>
          </a:p>
        </p:txBody>
      </p:sp>
      <p:sp>
        <p:nvSpPr>
          <p:cNvPr id="21" name="Text 15"/>
          <p:cNvSpPr/>
          <p:nvPr/>
        </p:nvSpPr>
        <p:spPr>
          <a:xfrm>
            <a:off x="7168896" y="4059936"/>
            <a:ext cx="4343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6A7A8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在加拿大愛上滑雪，每到雪季就想上山報到。</a:t>
            </a:r>
            <a:endParaRPr lang="en-US" sz="1150" dirty="0"/>
          </a:p>
        </p:txBody>
      </p:sp>
      <p:sp>
        <p:nvSpPr>
          <p:cNvPr id="22" name="Shape 16"/>
          <p:cNvSpPr/>
          <p:nvPr/>
        </p:nvSpPr>
        <p:spPr>
          <a:xfrm>
            <a:off x="6629400" y="4956048"/>
            <a:ext cx="402336" cy="402336"/>
          </a:xfrm>
          <a:prstGeom prst="ellipse">
            <a:avLst/>
          </a:prstGeom>
          <a:solidFill>
            <a:srgbClr val="0F4C5C"/>
          </a:solidFill>
          <a:ln/>
        </p:spPr>
      </p:sp>
      <p:pic>
        <p:nvPicPr>
          <p:cNvPr id="23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29984" y="5056632"/>
            <a:ext cx="201168" cy="201168"/>
          </a:xfrm>
          <a:prstGeom prst="rect">
            <a:avLst/>
          </a:prstGeom>
        </p:spPr>
      </p:pic>
      <p:sp>
        <p:nvSpPr>
          <p:cNvPr id="24" name="Text 17"/>
          <p:cNvSpPr/>
          <p:nvPr/>
        </p:nvSpPr>
        <p:spPr>
          <a:xfrm>
            <a:off x="7168896" y="4937760"/>
            <a:ext cx="4343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2D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下廚料理</a:t>
            </a:r>
            <a:endParaRPr lang="en-US" sz="1400" dirty="0"/>
          </a:p>
        </p:txBody>
      </p:sp>
      <p:sp>
        <p:nvSpPr>
          <p:cNvPr id="25" name="Text 18"/>
          <p:cNvSpPr/>
          <p:nvPr/>
        </p:nvSpPr>
        <p:spPr>
          <a:xfrm>
            <a:off x="7168896" y="5266944"/>
            <a:ext cx="4343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6A7A8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當過中餐廚師與內場主管，把出餐的節奏感也帶進寫程式。</a:t>
            </a:r>
            <a:endParaRPr lang="en-US" sz="11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2026-08-13T13:31:50Z</dcterms:created>
  <dcterms:modified xsi:type="dcterms:W3CDTF">2026-08-13T13:31:50Z</dcterms:modified>
</cp:coreProperties>
</file>