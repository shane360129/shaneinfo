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自我介紹：黃士銘 Shane，軟體工程師，非本科系轉職背景。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學歷三段：高師大碩士（在學）、台南應科大養成班、屏科大餐旅管理學士。喜好：出國旅遊、調酒品酒、下廚、Side Project。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HI，你好，我是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85800" y="98755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黃士銘 </a:t>
            </a:r>
            <a:pPr indent="0" marL="0">
              <a:buNone/>
            </a:pPr>
            <a:r>
              <a:rPr lang="en-US" sz="4000" b="1" dirty="0">
                <a:solidFill>
                  <a:srgbClr val="F4A2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1810512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C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軟體工程師 ・ AI 應用工程師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2395728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E9F2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目前任職於財團法人農漁會南區資訊中心，擁有約 3 年 C# POS／進銷存系統開發與維護經驗，並在國立高雄師範大學在職進修碩士。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2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喜歡把又雜又難的需求拆開、整理清楚，做成真正好用的功能；動手寫程式之前，習慣先弄懂商業邏輯與使用者實際的作業方式。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4069080"/>
            <a:ext cx="6492240" cy="1572768"/>
          </a:xfrm>
          <a:prstGeom prst="roundRect">
            <a:avLst>
              <a:gd name="adj" fmla="val 6977"/>
            </a:avLst>
          </a:prstGeom>
          <a:solidFill>
            <a:srgbClr val="1A5D70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" y="4343400"/>
            <a:ext cx="475488" cy="475488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4457700"/>
            <a:ext cx="246888" cy="2468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72768" y="427939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非本科系轉職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72768" y="466344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F2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餐旅管理系出身，做過飯店、廚師與業務；2023 年透過政府養成班正式跨進軟體開發，把服務業磨出來的溝通力與抗壓性帶進工程。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5943600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1A5D70"/>
          </a:solidFill>
          <a:ln w="9525">
            <a:solidFill>
              <a:srgbClr val="1F7A9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0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C#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508760" y="5943600"/>
            <a:ext cx="987552" cy="347472"/>
          </a:xfrm>
          <a:prstGeom prst="roundRect">
            <a:avLst>
              <a:gd name="adj" fmla="val 50000"/>
            </a:avLst>
          </a:prstGeom>
          <a:solidFill>
            <a:srgbClr val="1A5D70"/>
          </a:solidFill>
          <a:ln w="9525">
            <a:solidFill>
              <a:srgbClr val="1F7A9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0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ASP.NET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660904" y="5943600"/>
            <a:ext cx="1170432" cy="347472"/>
          </a:xfrm>
          <a:prstGeom prst="roundRect">
            <a:avLst>
              <a:gd name="adj" fmla="val 50000"/>
            </a:avLst>
          </a:prstGeom>
          <a:solidFill>
            <a:srgbClr val="1A5D70"/>
          </a:solidFill>
          <a:ln w="9525">
            <a:solidFill>
              <a:srgbClr val="1F7A9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0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995928" y="5943600"/>
            <a:ext cx="1115568" cy="347472"/>
          </a:xfrm>
          <a:prstGeom prst="roundRect">
            <a:avLst>
              <a:gd name="adj" fmla="val 50000"/>
            </a:avLst>
          </a:prstGeom>
          <a:solidFill>
            <a:srgbClr val="1A5D70"/>
          </a:solidFill>
          <a:ln w="9525">
            <a:solidFill>
              <a:srgbClr val="1F7A9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0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JavaScript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276088" y="5943600"/>
            <a:ext cx="1078992" cy="347472"/>
          </a:xfrm>
          <a:prstGeom prst="roundRect">
            <a:avLst>
              <a:gd name="adj" fmla="val 50000"/>
            </a:avLst>
          </a:prstGeom>
          <a:solidFill>
            <a:srgbClr val="1A5D70"/>
          </a:solidFill>
          <a:ln w="9525">
            <a:solidFill>
              <a:srgbClr val="1F7A9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0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微調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1600200"/>
            <a:ext cx="3246120" cy="3246120"/>
          </a:xfrm>
          <a:prstGeom prst="ellipse">
            <a:avLst/>
          </a:prstGeom>
          <a:solidFill>
            <a:srgbClr val="1A5D70"/>
          </a:solidFill>
          <a:ln w="22225">
            <a:solidFill>
              <a:srgbClr val="A9CBD6"/>
            </a:solidFill>
            <a:prstDash val="dash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395728"/>
            <a:ext cx="548640" cy="5486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92440" y="303580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個人照片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092440" y="34564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（此處預留照片位置）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7315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4C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學歷與喜好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從餐旅到軟體的學習路線，以及工作之外的我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1879092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25296" y="177393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學歷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85800" y="2359152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EDF4F6"/>
          </a:solidFill>
          <a:ln/>
        </p:spPr>
      </p:sp>
      <p:sp>
        <p:nvSpPr>
          <p:cNvPr id="8" name="Text 5"/>
          <p:cNvSpPr/>
          <p:nvPr/>
        </p:nvSpPr>
        <p:spPr>
          <a:xfrm>
            <a:off x="905256" y="24688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7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2024 ─ 2026・在學中</a:t>
            </a:r>
            <a:endParaRPr lang="en-US" sz="1050" dirty="0"/>
          </a:p>
          <a:p>
            <a:pPr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132B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國立高雄師範大學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軟體工程與管理學系 碩士（夜間在職進修）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85800" y="3703320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EDF4F6"/>
          </a:solidFill>
          <a:ln/>
        </p:spPr>
      </p:sp>
      <p:sp>
        <p:nvSpPr>
          <p:cNvPr id="10" name="Text 7"/>
          <p:cNvSpPr/>
          <p:nvPr/>
        </p:nvSpPr>
        <p:spPr>
          <a:xfrm>
            <a:off x="905256" y="381304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7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2023</a:t>
            </a:r>
            <a:endParaRPr lang="en-US" sz="1050" dirty="0"/>
          </a:p>
          <a:p>
            <a:pPr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132B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台南應用科技大學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全端／C# 程式開發養成班（政府產業新尖兵計畫）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5047488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EDF4F6"/>
          </a:solidFill>
          <a:ln/>
        </p:spPr>
      </p:sp>
      <p:sp>
        <p:nvSpPr>
          <p:cNvPr id="12" name="Text 9"/>
          <p:cNvSpPr/>
          <p:nvPr/>
        </p:nvSpPr>
        <p:spPr>
          <a:xfrm>
            <a:off x="905256" y="5157216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7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2012 ─ 2016</a:t>
            </a:r>
            <a:endParaRPr lang="en-US" sz="1050" dirty="0"/>
          </a:p>
          <a:p>
            <a:pPr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132B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國立屏東科技大學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餐旅管理系 學士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537960" y="178308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6" y="188823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77456" y="177393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喜好與興趣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537960" y="2395728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2496312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77456" y="2377440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B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出國旅遊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7077456" y="270662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70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最喜歡到處旅行、體驗不同文化，曾在加拿大生活與工作一整年。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537960" y="3419856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3520440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77456" y="340156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B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調酒與品酒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077456" y="3730752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70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持有丙級調酒技術士證照，喜歡研究各種烈酒的產地與故事。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537960" y="4443984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4544568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077456" y="442569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B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下廚料理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7077456" y="47548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70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當過中餐廚師與內場主管，把出餐的節奏感也帶進寫程式。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537960" y="5468112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5568696"/>
            <a:ext cx="201168" cy="2011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077456" y="5449824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B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動手做 Side Project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7077456" y="577900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70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喜歡把生活興趣寫成作品，像旅遊規劃 App、烈酒知識網站。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2026-08-13T12:58:27Z</dcterms:created>
  <dcterms:modified xsi:type="dcterms:W3CDTF">2026-08-13T12:58:27Z</dcterms:modified>
</cp:coreProperties>
</file>